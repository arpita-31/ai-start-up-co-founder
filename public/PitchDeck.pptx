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Inefficient logistics and supply chain management in the Indian grocery market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Limited product offerings and availability, leading to a lack of customer satisfaction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High operating costs and low profit margins for existing players, making it challenging to sustain and grow their businesses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AI-powered grocery delivery platform providing a convenient, personalized, and sustainable shopping experience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Partnerships with local farmers and suppliers to reduce transportation costs and improve freshness and quality of products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Wide product range, competitive pricing, and regular discounts and promotions to drive customer engagement and loyalty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Market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Market Opportunity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Large and diverse Indian grocery market with significant opportunity for growth and innovation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Growing demand for online grocery shopping, particularly in urban areas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Increasing demand for personalized and sustainable shopping experiences, driven by the rising middle class and changing consumer behavior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Business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Business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Commission-based model, partnering with local stores and farmers to offer a wide range of products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Subscription-based model, offering customers a subscription-based service with discounts and loyalty rewards for frequent purchases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Advertising and sponsored content, leveraging customer data and insights to drive sales and revenue growth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MVP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MVP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User registration and profile management, with basic product catalogue and search functionality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AI-powered recommendations and convenient delivery options, with a focus on customer support and feedback collection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Limited product offerings and availability, with a focus on iterating and expanding the product catalogue and features based on user feedback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Team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Team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Experienced CEO/Founder with a strong understanding of the Indian grocery market and e-commerce landscape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Skilled CTO and development team, with expertise in AI and machine learning technology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Dedicated marketing and operations teams, with a focus on customer acquisition, logistics, and delivery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Funding 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Funding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Seeking $500,000 in funding to support the development and launch of the MVP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Funding will be used to build the development team, expand the product catalogue, and drive customer acquisition and marketing efforts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Expected return on investment, with a focus on driving revenue growth and expanding into new markets and opportunities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CoFounder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</dc:title>
  <dc:subject>Investor Pitch Deck</dc:subject>
  <dc:creator>CoFounder AI</dc:creator>
  <cp:lastModifiedBy>CoFounder AI</cp:lastModifiedBy>
  <cp:revision>1</cp:revision>
  <dcterms:created xsi:type="dcterms:W3CDTF">2026-06-19T06:29:38Z</dcterms:created>
  <dcterms:modified xsi:type="dcterms:W3CDTF">2026-06-19T06:29:38Z</dcterms:modified>
</cp:coreProperties>
</file>